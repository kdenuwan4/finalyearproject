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4" r:id="rId4"/>
    <p:sldId id="261" r:id="rId5"/>
    <p:sldId id="259" r:id="rId6"/>
    <p:sldId id="265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3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5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3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6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6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6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7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8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6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50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9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7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53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69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36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5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8EB4DE-EA7B-4BB4-B2F1-B551EADFB78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2EE3D4-CF17-4383-99BD-8896633B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5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390C-480B-7C66-0295-EB9E23F27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Eras Bold ITC" panose="020B0907030504020204" pitchFamily="34" charset="0"/>
              </a:rPr>
              <a:t>FYP SUGGESTIONS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C22D3-8BE9-EE50-BC3E-A8EA5DA93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8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063082A-B167-55C6-8AB7-CE0FD7A079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0176" y="2136338"/>
            <a:ext cx="1051687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ECG Signal Acquisition and Noise Removal System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Acquires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ECG, removes power-line noise using digital filters, sends data remotely.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Patient Temperature &amp; Heart Rate Monitoring System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signals processed and transmitted using GSM.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Emergency Alert Button for Elderly Patients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RF/GSM-based alert system with signal conditioning.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F4498-35C4-5D1D-9F01-367BB6368B4A}"/>
              </a:ext>
            </a:extLst>
          </p:cNvPr>
          <p:cNvSpPr txBox="1"/>
          <p:nvPr/>
        </p:nvSpPr>
        <p:spPr>
          <a:xfrm>
            <a:off x="1799303" y="589936"/>
            <a:ext cx="6617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Medical &amp; Healthcare</a:t>
            </a:r>
          </a:p>
        </p:txBody>
      </p:sp>
    </p:spTree>
    <p:extLst>
      <p:ext uri="{BB962C8B-B14F-4D97-AF65-F5344CB8AC3E}">
        <p14:creationId xmlns:p14="http://schemas.microsoft.com/office/powerpoint/2010/main" val="96354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AAA0-95EB-8358-4FC1-91B50CB4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4CEC6-9607-F716-586E-CB86BAECFF69}"/>
              </a:ext>
            </a:extLst>
          </p:cNvPr>
          <p:cNvSpPr txBox="1"/>
          <p:nvPr/>
        </p:nvSpPr>
        <p:spPr>
          <a:xfrm>
            <a:off x="2006131" y="546394"/>
            <a:ext cx="6617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Agriculture &amp; </a:t>
            </a:r>
            <a:r>
              <a:rPr lang="en-US" sz="4400" dirty="0" err="1">
                <a:latin typeface="Eras Bold ITC" panose="020B0907030504020204" pitchFamily="34" charset="0"/>
              </a:rPr>
              <a:t>Agritech</a:t>
            </a:r>
            <a:endParaRPr lang="en-US" sz="4400" dirty="0">
              <a:latin typeface="Eras Bold ITC" panose="020B0907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16F3-B4FD-36D1-F2DC-57AABB3198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1621" y="2103692"/>
            <a:ext cx="99812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Soil Moisture Monitoring System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signal conditioning and GSM transmission to farmer’s phone.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Acoustic Pest Detection System for Crops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microphones to detect pest sound frequencies and alerts farmers.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Irrigation Control Using Wireless Sensor Signals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processing of soil data + remote control.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1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D3E7-F5D3-03CE-FF86-9DA47A38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09DE6E-A930-C1A3-B0CA-ED1EF6252B3A}"/>
              </a:ext>
            </a:extLst>
          </p:cNvPr>
          <p:cNvSpPr txBox="1"/>
          <p:nvPr/>
        </p:nvSpPr>
        <p:spPr>
          <a:xfrm>
            <a:off x="1799302" y="589936"/>
            <a:ext cx="92619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Disaster Management &amp; Safety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8A943C-F9C4-F5BA-F09F-975A73C1B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850" y="2274839"/>
            <a:ext cx="103187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Flood Level Monitoring and Wireless Alert System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level signal processing + SMS alerts.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Landslide Early Warning Sensor Node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Vibration and tilt signal analysis with wireless transmission.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Leakage Detection with Remote Alarm System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sensor signal filtering + GSM alert.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0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8B9A-0C95-BCF7-D895-174D7408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7D79B7-6A65-DAC7-4A54-EAED0B071872}"/>
              </a:ext>
            </a:extLst>
          </p:cNvPr>
          <p:cNvSpPr txBox="1"/>
          <p:nvPr/>
        </p:nvSpPr>
        <p:spPr>
          <a:xfrm>
            <a:off x="1799302" y="589936"/>
            <a:ext cx="96159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Transportation &amp; Smart Mobility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5AB1CF-366B-342D-7AF2-73B46695AD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851" y="2136339"/>
            <a:ext cx="102316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Bus Location Tracking System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 signal processing and mobile data transmission.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Density Monitoring Using Wireless Sensors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IR/ultrasonic signal processing and data transmission.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Railway Track Crack Detection Using Sensor Signals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conditioning and wireless alert.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Monitoring System for School Zones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Radar/IR signal processing with warning alerts.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9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125B-8C02-356F-CB56-8E3D343E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7AD950-8CFC-DC89-B0BD-CAC5E5D329A3}"/>
              </a:ext>
            </a:extLst>
          </p:cNvPr>
          <p:cNvSpPr txBox="1"/>
          <p:nvPr/>
        </p:nvSpPr>
        <p:spPr>
          <a:xfrm>
            <a:off x="1799302" y="589936"/>
            <a:ext cx="96159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Industrial &amp; Smart Infrastructure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3373FB-67C6-77E0-3517-DA5A6D8F0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850" y="2413338"/>
            <a:ext cx="103514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&amp; Smoke Detection System for Industrial Safety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filtering + remote alerts.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Line Noise Monitoring System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analysis for fault detection.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Worker Safety Alert System Using Wearable Sensors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 signal monitoring and wireless alerts.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0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9EB9-A5EC-254F-144F-8C5945A4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BBCF13-554F-AE45-5BE9-D4B313D57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0176" y="2538612"/>
            <a:ext cx="105168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LoRa-Based Long Range Remote Sensor Node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Use LoRa modules (RYLR896) to transmit sensor data over 2–5km without cellular data.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Li-Fi (Visible Light Communication) Audio/Data Bridge</a:t>
            </a:r>
            <a:r>
              <a:rPr lang="en-US" altLang="en-US" sz="1800" dirty="0">
                <a:latin typeface="Arial" panose="020B0604020202020204" pitchFamily="34" charset="0"/>
              </a:rPr>
              <a:t>: Using a Power LED as a transmitter and a photodiode/LDR as a receiver to send data through light.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Handheld RF Signal Strength Meter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An ESP32-based tool that scans </a:t>
            </a:r>
            <a:r>
              <a:rPr lang="en-US" altLang="en-US" sz="1800" dirty="0" err="1">
                <a:latin typeface="Arial" panose="020B0604020202020204" pitchFamily="34" charset="0"/>
              </a:rPr>
              <a:t>WiFi</a:t>
            </a:r>
            <a:r>
              <a:rPr lang="en-US" altLang="en-US" sz="1800" dirty="0">
                <a:latin typeface="Arial" panose="020B0604020202020204" pitchFamily="34" charset="0"/>
              </a:rPr>
              <a:t>/Bluetooth spectrums and displays a heat map of signal congestion.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23370-E3BB-D870-F218-C2F9C73D0A6D}"/>
              </a:ext>
            </a:extLst>
          </p:cNvPr>
          <p:cNvSpPr txBox="1"/>
          <p:nvPr/>
        </p:nvSpPr>
        <p:spPr>
          <a:xfrm>
            <a:off x="1799302" y="589936"/>
            <a:ext cx="9783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Telecommunication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550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CDE1E-8A5B-F08D-2119-A1AAF9A5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565B389-77A7-1933-987C-D965C714D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9169" y="1693038"/>
            <a:ext cx="105168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4.  Packet Loss Monitor for Wireless Links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Two MCUs communicating via NRF24L01 modules to calculate and display real-time Signal-to-Noise Ratio (SNR) and Bit Error Rate (BER).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</a:pPr>
            <a:r>
              <a:rPr lang="en-US" altLang="en-US" sz="1800" b="1" dirty="0">
                <a:latin typeface="Arial" panose="020B0604020202020204" pitchFamily="34" charset="0"/>
              </a:rPr>
              <a:t>RFID Attendance with Cloud Sync</a:t>
            </a:r>
            <a:r>
              <a:rPr lang="en-US" altLang="en-US" sz="1800" dirty="0">
                <a:latin typeface="Arial" panose="020B0604020202020204" pitchFamily="34" charset="0"/>
              </a:rPr>
              <a:t>: A system that logs ID cards to local memory and syncs to a Google Sheet via </a:t>
            </a:r>
            <a:r>
              <a:rPr lang="en-US" altLang="en-US" sz="1800" dirty="0" err="1">
                <a:latin typeface="Arial" panose="020B0604020202020204" pitchFamily="34" charset="0"/>
              </a:rPr>
              <a:t>WiFi</a:t>
            </a:r>
            <a:r>
              <a:rPr lang="en-US" altLang="en-US" sz="1800" dirty="0">
                <a:latin typeface="Arial" panose="020B0604020202020204" pitchFamily="34" charset="0"/>
              </a:rPr>
              <a:t> when a connection is available.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</a:pPr>
            <a:r>
              <a:rPr lang="en-US" altLang="en-US" sz="1800" b="1" dirty="0">
                <a:latin typeface="Arial" panose="020B0604020202020204" pitchFamily="34" charset="0"/>
              </a:rPr>
              <a:t>Dynamic Frequency Hopping Spread Spectrum (FHSS) Demo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Two MCUs that switch communication channels every 500ms in a synchronized pattern to avoid interference/jamming.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</a:pPr>
            <a:endParaRPr lang="en-US" altLang="en-US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745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114</TotalTime>
  <Words>446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Eras Bold ITC</vt:lpstr>
      <vt:lpstr>Parallax</vt:lpstr>
      <vt:lpstr>FYP SUGGESTIONS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Nihindu Nadev</dc:creator>
  <cp:lastModifiedBy>Kavinda Amunugama</cp:lastModifiedBy>
  <cp:revision>2</cp:revision>
  <dcterms:created xsi:type="dcterms:W3CDTF">2026-01-07T15:00:14Z</dcterms:created>
  <dcterms:modified xsi:type="dcterms:W3CDTF">2026-01-08T14:18:31Z</dcterms:modified>
</cp:coreProperties>
</file>